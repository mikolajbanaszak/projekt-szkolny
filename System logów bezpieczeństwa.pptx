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402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6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1408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490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487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931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077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859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647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89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4476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04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0202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1257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9917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8113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412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5B42E49-242E-45EB-82A5-FC71744B2E50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C9271D4-5C70-43F7-A527-D65BB7C84E2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8598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t="-4000" r="-25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51AD-94AB-1A0D-7DD8-B1D4C1C77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215" y="540327"/>
            <a:ext cx="11061700" cy="319246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l-PL" dirty="0"/>
              <a:t>System logów bezpieczeństwa</a:t>
            </a:r>
            <a:br>
              <a:rPr lang="pl-PL" dirty="0"/>
            </a:br>
            <a:r>
              <a:rPr lang="pl-PL" dirty="0"/>
              <a:t>+</a:t>
            </a:r>
            <a:br>
              <a:rPr lang="pl-PL" dirty="0"/>
            </a:br>
            <a:r>
              <a:rPr lang="pl-PL" dirty="0"/>
              <a:t>Wykrywanie nietypowych zachowań użytkownika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3EA65-EF1F-832D-EDF1-70F66C007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3931" y="4590288"/>
            <a:ext cx="4664582" cy="193127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pl-PL" dirty="0"/>
          </a:p>
          <a:p>
            <a:r>
              <a:rPr lang="pl-PL" dirty="0"/>
              <a:t>Maciej Kamiński</a:t>
            </a:r>
            <a:br>
              <a:rPr lang="pl-PL" dirty="0"/>
            </a:br>
            <a:r>
              <a:rPr lang="pl-PL" dirty="0"/>
              <a:t>Mikołaj Banszak</a:t>
            </a:r>
            <a:br>
              <a:rPr lang="pl-PL" dirty="0"/>
            </a:br>
            <a:r>
              <a:rPr lang="pl-PL" dirty="0"/>
              <a:t>Mateusz Janiszewski</a:t>
            </a:r>
          </a:p>
        </p:txBody>
      </p:sp>
    </p:spTree>
    <p:extLst>
      <p:ext uri="{BB962C8B-B14F-4D97-AF65-F5344CB8AC3E}">
        <p14:creationId xmlns:p14="http://schemas.microsoft.com/office/powerpoint/2010/main" val="706598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A1E6-722C-056C-5C20-F726B4E1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84" y="153041"/>
            <a:ext cx="10515600" cy="1325563"/>
          </a:xfrm>
        </p:spPr>
        <p:txBody>
          <a:bodyPr/>
          <a:lstStyle/>
          <a:p>
            <a:r>
              <a:rPr lang="pl-PL" dirty="0"/>
              <a:t>System logów bezpieczeństwa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CDF6B-17F9-06EE-CDED-EF0A4CFC4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284" y="1478604"/>
            <a:ext cx="11575916" cy="5379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SIEM</a:t>
            </a:r>
            <a:r>
              <a:rPr lang="pl-PL" dirty="0"/>
              <a:t> (Security Information and Event Management) to zaawansowane oprogramowanie służące do centralnego gromadzenia, korelacji i analizy logów bezpieczeństwa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System może również generować raporty i dashboardy, które pomagają w analizie trendów bezpieczeństwa: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b="1" dirty="0"/>
              <a:t>Sygnaturę czasową (Timestamp):</a:t>
            </a:r>
            <a:r>
              <a:rPr lang="pl-PL" dirty="0"/>
              <a:t> Dokładny czas zdarzenia.</a:t>
            </a:r>
          </a:p>
          <a:p>
            <a:r>
              <a:rPr lang="pl-PL" b="1" dirty="0"/>
              <a:t>Źródło zdarzenia:</a:t>
            </a:r>
            <a:r>
              <a:rPr lang="pl-PL" dirty="0"/>
              <a:t> Nazwa urządzenia, serwera lub aplikacji.</a:t>
            </a:r>
          </a:p>
          <a:p>
            <a:r>
              <a:rPr lang="pl-PL" b="1" dirty="0"/>
              <a:t>Tożsamość:</a:t>
            </a:r>
            <a:r>
              <a:rPr lang="pl-PL" dirty="0"/>
              <a:t> Kto wykonał akcję (użytkownik, konto systemowe).</a:t>
            </a:r>
          </a:p>
          <a:p>
            <a:r>
              <a:rPr lang="pl-PL" b="1" dirty="0"/>
              <a:t>Adres IP:</a:t>
            </a:r>
            <a:r>
              <a:rPr lang="pl-PL" dirty="0"/>
              <a:t> Źródłowy adres IP użytkownika.</a:t>
            </a:r>
          </a:p>
          <a:p>
            <a:r>
              <a:rPr lang="pl-PL" b="1" dirty="0"/>
              <a:t>Opis zdarzenia:</a:t>
            </a:r>
            <a:r>
              <a:rPr lang="pl-PL" dirty="0"/>
              <a:t> Co dokładnie się stało (np. "Błędne hasło", "Plik usunięty")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8771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F2A0-A649-D2C2-608F-07A0FF98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7" y="365125"/>
            <a:ext cx="11353800" cy="1325563"/>
          </a:xfrm>
        </p:spPr>
        <p:txBody>
          <a:bodyPr/>
          <a:lstStyle/>
          <a:p>
            <a:r>
              <a:rPr lang="pl-PL" dirty="0"/>
              <a:t>Wykrywanie nietypowych zachowań użytkownika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C68A0-98C8-67D6-EDAB-06609700C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Ustanowienie linii bazowej (Baseline):</a:t>
            </a:r>
            <a:r>
              <a:rPr lang="pl-PL" dirty="0"/>
              <a:t> System analizuje historyczne dane, aby zrozumieć, o której godzinie użytkownik zazwyczaj się loguje, do jakich plików ma dostęp, z jakiej lokalizacji korzysta i jakie urządzenia wykorzystuje.</a:t>
            </a:r>
          </a:p>
          <a:p>
            <a:r>
              <a:rPr lang="pl-PL" b="1" dirty="0"/>
              <a:t>Monitorowanie i analiza:</a:t>
            </a:r>
            <a:r>
              <a:rPr lang="pl-PL" dirty="0"/>
              <a:t> Narzędzia UEBA stale śledzą aktywność, szukając odchyleń od stworzonego modelu zachowań.</a:t>
            </a:r>
          </a:p>
          <a:p>
            <a:r>
              <a:rPr lang="pl-PL" b="1" dirty="0"/>
              <a:t>Wykrywanie anomalii:</a:t>
            </a:r>
            <a:r>
              <a:rPr lang="pl-PL" dirty="0"/>
              <a:t> System alarmuje o nietypowej aktywności, takiej jak logowanie z nowego kraju, pobieranie gigabajtów danych o 3:00 nad ranem lub próby uzyskania dostępu do zastrzeżonych plików.</a:t>
            </a:r>
          </a:p>
          <a:p>
            <a:r>
              <a:rPr lang="pl-PL" b="1" dirty="0"/>
              <a:t>Ocena ryzyka (Scoring):</a:t>
            </a:r>
            <a:r>
              <a:rPr lang="pl-PL" dirty="0"/>
              <a:t> Nietypowe zachowania są punktowane – im wyższy wynik (risk score), tym większe prawdopodobieństwo zagrożenia. 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25716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36</TotalTime>
  <Words>224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Calisto MT</vt:lpstr>
      <vt:lpstr>Wingdings 2</vt:lpstr>
      <vt:lpstr>Slate</vt:lpstr>
      <vt:lpstr>System logów bezpieczeństwa + Wykrywanie nietypowych zachowań użytkownika</vt:lpstr>
      <vt:lpstr>System logów bezpieczeństwa</vt:lpstr>
      <vt:lpstr>Wykrywanie nietypowych zachowań użytkownika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Żniwiarz</dc:creator>
  <cp:lastModifiedBy>Mateusz Żniwiarz</cp:lastModifiedBy>
  <cp:revision>3</cp:revision>
  <dcterms:created xsi:type="dcterms:W3CDTF">2026-03-16T22:30:26Z</dcterms:created>
  <dcterms:modified xsi:type="dcterms:W3CDTF">2026-03-16T23:06:53Z</dcterms:modified>
</cp:coreProperties>
</file>